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28" r:id="rId2"/>
    <p:sldId id="347" r:id="rId3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5"/>
    </p:embeddedFont>
    <p:embeddedFont>
      <p:font typeface="가을체" panose="02030600000101010101" pitchFamily="18" charset="-127"/>
      <p:regular r:id="rId6"/>
    </p:embeddedFont>
    <p:embeddedFont>
      <p:font typeface="나눔바른고딕" panose="020B0603020101020101" pitchFamily="50" charset="-127"/>
      <p:regular r:id="rId7"/>
      <p:bold r:id="rId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  <a:srgbClr val="CC00CC"/>
    <a:srgbClr val="0099FF"/>
    <a:srgbClr val="FF9900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01. C++ </a:t>
            </a:r>
            <a:r>
              <a:rPr lang="ko-KR" altLang="en-US" dirty="0"/>
              <a:t>언어의 특징과</a:t>
            </a:r>
            <a:br>
              <a:rPr lang="en-US" altLang="ko-KR" dirty="0"/>
            </a:br>
            <a:r>
              <a:rPr lang="en-US" altLang="ko-KR" dirty="0"/>
              <a:t>C</a:t>
            </a:r>
            <a:r>
              <a:rPr lang="ko-KR" altLang="en-US" dirty="0"/>
              <a:t>에서 </a:t>
            </a:r>
            <a:r>
              <a:rPr lang="en-US" altLang="ko-KR" dirty="0"/>
              <a:t>C++</a:t>
            </a:r>
            <a:r>
              <a:rPr lang="ko-KR" altLang="en-US" dirty="0"/>
              <a:t>로</a:t>
            </a:r>
            <a:br>
              <a:rPr lang="en-US" altLang="ko-KR" dirty="0"/>
            </a:br>
            <a:r>
              <a:rPr lang="en-US" altLang="ko-KR" sz="2800" dirty="0"/>
              <a:t>(Introduction to C++ Programming)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60297A-3053-4D29-A862-102E7A7F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1.1 C++ </a:t>
            </a:r>
            <a:r>
              <a:rPr lang="ko-KR" altLang="en-US" dirty="0"/>
              <a:t>언어의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E391-E51C-472A-B183-66997968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3200"/>
              <a:t>절차적 프로그래밍 </a:t>
            </a:r>
            <a:r>
              <a:rPr lang="ko-KR" altLang="en-US" sz="3200" dirty="0"/>
              <a:t>지원과 우수한 성능</a:t>
            </a:r>
            <a:endParaRPr lang="en-US" altLang="ko-KR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0DA4AF-2202-4128-805F-D015D034F0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25377903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C18401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8737</TotalTime>
  <Words>45</Words>
  <Application>Microsoft Office PowerPoint</Application>
  <PresentationFormat>화면 슬라이드 쇼(4:3)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Wingdings</vt:lpstr>
      <vt:lpstr>굴림</vt:lpstr>
      <vt:lpstr>가을체</vt:lpstr>
      <vt:lpstr>나눔바른고딕</vt:lpstr>
      <vt:lpstr>Arial</vt:lpstr>
      <vt:lpstr>HY견고딕</vt:lpstr>
      <vt:lpstr>기본 디자인</vt:lpstr>
      <vt:lpstr>01. C++ 언어의 특징과 C에서 C++로 (Introduction to C++ Programming)</vt:lpstr>
      <vt:lpstr>1.1 C++ 언어의 특징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297</cp:revision>
  <dcterms:created xsi:type="dcterms:W3CDTF">2003-11-30T16:03:20Z</dcterms:created>
  <dcterms:modified xsi:type="dcterms:W3CDTF">2026-07-28T02:08:02Z</dcterms:modified>
</cp:coreProperties>
</file>
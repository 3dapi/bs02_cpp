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8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381" r:id="rId55"/>
    <p:sldId id="382" r:id="rId56"/>
    <p:sldId id="383" r:id="rId57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59"/>
    </p:embeddedFont>
    <p:embeddedFont>
      <p:font typeface="가을체" panose="02030600000101010101" pitchFamily="18" charset="-127"/>
      <p:regular r:id="rId60"/>
    </p:embeddedFont>
    <p:embeddedFont>
      <p:font typeface="나눔고딕 ExtraBold" panose="020D0904000000000000" pitchFamily="50" charset="-127"/>
      <p:bold r:id="rId61"/>
    </p:embeddedFont>
    <p:embeddedFont>
      <p:font typeface="나눔바른고딕" panose="020B0603020101020101" pitchFamily="50" charset="-127"/>
      <p:regular r:id="rId62"/>
      <p:bold r:id="rId6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FEFED"/>
    <a:srgbClr val="0000FF"/>
    <a:srgbClr val="FF9900"/>
    <a:srgbClr val="C18401"/>
    <a:srgbClr val="3399FF"/>
    <a:srgbClr val="CC00FF"/>
    <a:srgbClr val="CC00CC"/>
    <a:srgbClr val="FF00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5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722" y="102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60" r:id="rId7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12. </a:t>
            </a:r>
            <a:r>
              <a:rPr lang="ko-KR" altLang="en-US" dirty="0"/>
              <a:t>연관 컨테이너와</a:t>
            </a:r>
            <a:br>
              <a:rPr lang="en-US" altLang="ko-KR" dirty="0"/>
            </a:br>
            <a:r>
              <a:rPr lang="ko-KR" altLang="en-US" dirty="0"/>
              <a:t>컨테이너 어댑터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BDA17-081E-FC77-6D9A-DA92D5A6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82FB6-862A-B4FC-ADEA-E60234F8A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8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1ACA-DA5C-508E-9857-AFD6BBCF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8AC4A-5E16-4798-504D-861870B4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275B84-816E-413E-7B3A-C5290705F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9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73B8-4510-CBE9-7393-AFF34A53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F9A9F-137C-6275-E770-1F87FA3F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C30F65-9511-55CD-0FBE-BA66E746D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5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3705-C1FF-6CE1-81A9-734AE688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15F16-384F-6111-0CE1-7622D8E7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1CE4C3-67C7-81CF-0395-9C5E5528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510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2AF6-839A-ABD5-AA5F-0A91D003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F1857-DC7C-4A2F-150F-B21DEA8F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D5EBD-8742-47D1-476E-D8C8B7127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18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C155-91F9-FF3A-AC84-21D935E4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7BD01-41F1-F0C9-7BEE-6CDFD488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F0EDB-FB66-D4DC-3CDE-1EC9C6231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98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9A69-5DF5-9636-3B66-A6952E45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5932-27A0-A302-AE13-E38B252D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4E1F8-6739-3149-13C4-59C784B1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3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F2BF-03EA-5C67-D6C4-51725F12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C4CBB-0A5F-4BEA-2F83-E307C4C9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F92101-1570-B4B7-7D76-26B2EB18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2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871F7-499B-87F7-D305-29249404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1F18A-1DBD-DE1E-E29A-1D588547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67B8CD-34DC-039B-03F4-69D365223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1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267-6578-D370-F5D4-9168525E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2F739-C2E6-8B88-1D38-1DD005E4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51AF28-ECDB-371A-D630-0FDA4029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79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3909-B0B7-323A-ECEA-7FBF95E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41948-A705-81D7-7D23-480D7A10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DE56C8-C163-A851-B1FA-463600BBA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60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98EF-5E50-780B-CE67-E254B4FC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4B337-8B83-CAC3-6FCB-31E3784E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59DEB-B8A2-24C0-06A8-D9C47E744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935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44BC-BDD4-139D-B4D9-7909F47C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C05C4-A555-4FE4-ED98-FCEF11BC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08FC2-4995-AD9E-066C-C86951BE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361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2E96-558F-F1D5-7C68-043F17F5A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3C53F-12CB-F7EB-D727-8C9B8D7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DEF2B-A329-ACC3-AF94-05A1A9729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59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7DDF-C137-F251-A1C1-FC4612A1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D7558-472E-8FA9-090B-3FC66491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0B85C-A3A4-561A-5ED4-961ECA64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981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5BC8-D677-58D1-FA0F-C12636006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AB31B-F3A2-C302-0141-18487A11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E0D6C-47CC-207E-03BA-F16B9AAD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333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21E2-7401-BEC8-5F45-D4C96CBD2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4DCBA-EA04-9AB0-CDDA-095E607E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802E0-43E8-4E1B-A873-C869A833B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897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A14FF-C755-E481-C841-ADB24DDD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7BD13-E1D3-A231-8169-A77610B8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382DE5-3F44-93A6-EDC9-FC19788B1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10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3EDF-51C9-82A2-79FC-A527BA6F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3FBCE-A789-C259-BA26-516CDF80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1CF02-858F-C6FE-8E25-455C5EA6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19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793B-128C-886C-06D9-F0EBEB37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BC108-F062-F7D0-3B7A-44FF7308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9E9DB2-707C-5ECD-0238-B8914A008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97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C369F-54F7-6E8E-AE6A-8A54ABDF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F9D83-384A-FA14-4C39-FED41AB4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6536FB-5137-8D4A-8E0B-66167F60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08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F9791-1081-C65A-BA77-53E429C2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44EA2-29A8-5D8C-5FDE-A2CE1175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8C169-32BB-8D50-504A-3CA599BFF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09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4926-E2C2-0548-14BC-2AF3F80A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C0044-06E5-211D-4A8E-8164385F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EA7BA-825D-7EBC-A1D8-6BC5F4EE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190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2BA3-7B56-1FC5-70AF-DE2F182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BEE27-734E-19BD-61D7-0DBF7181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A5EB-29B4-9D9C-C1AA-B140A65C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58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D021-46F3-5F56-7BD5-F593A8F1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D66A7-A9A8-250B-74CE-5822CBCE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05B24-781E-9A08-37B2-DC995C195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132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471F-2963-9555-B5BA-5375FB01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2BE65-9603-407A-6D20-D983714F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0BA19-1EA4-B48C-4CA1-4C0CE7A59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059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626C-A760-C479-E47E-099E61E6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A3CAC-694E-8A9F-8ABA-0D6E3323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621C9-4B10-1240-2291-7066CD3CB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17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4606-657B-2832-CC9C-D539627B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C0125-2B9A-22C0-A349-6245F839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3FF04-FA75-4395-5B36-999626C55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37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C9E3-4B73-8864-CA06-A44A9EC3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EDDED-44B2-EAB0-9536-6D9B22B0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1FCFF-FA5D-3BA8-47F4-F2D90491A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176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17EF-E60D-7AEA-4ED2-5008AFEA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8AE18-45EC-668A-16C9-25BCB78E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21D5F2-C9C5-5059-BC8B-A23A37B72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003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28D8-8245-7FEA-5EB4-78DA5F4D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1262C-7872-2D07-4446-F602195A3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5EC1C-7154-F060-A377-EF3C4A2D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816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CA1F3-B6F1-99C9-5BE2-3086ACA6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6902E-8BED-E153-38A0-F64591BA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D3D67-33F6-79A0-3FF6-A359FE72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592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3FBC-30C5-8BCD-C8B1-F031C0BF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9C925-5278-E762-E32D-E9616DBA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B1C944-40F6-91A5-38DA-90E213353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465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6D33-D7B2-7627-81B8-F0923D4B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3C470-0B08-F604-E332-7E61D045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DAAE2-D0B6-5EB1-4D8A-262B68D31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320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C9DF-C8CD-FCE9-A808-5DE25F13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E87FB-39A0-0F1E-41D7-CAC22C7F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CC183-303B-3A91-7B28-A15533A3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785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495B-9244-FBFC-DB60-4890AA33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A1066-6A1B-9B04-933C-8AC6BD36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00999D-736C-7779-A476-95979C1E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717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E305-F62C-7459-BE2C-907D67CB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05F68-4BB6-DD05-FC08-48AB2134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95014-F72D-C7DB-2564-7B10BE025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96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897D-4EE6-81F5-4091-11638762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81B4B-0C6A-EC82-76B9-7B0307B6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A908F-6F09-D5DE-98FC-372008F1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495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F686-1DDF-AB3E-C10C-7A62A13B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2BF34-E988-89E5-56D2-04B83C7A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EB1C8-5C05-746C-CD3F-D4B5138C9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9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666A-6F11-4AA3-5C8B-82599BDA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F3ECE-003A-C1EB-39A7-892996F6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3FD47-4489-9AB1-4328-B2847A23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6150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C3A1-7DC3-FA5F-34FA-AA224A85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227D7-B85E-ABB5-38BE-A7144F8D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7EC0C5-06F6-42C6-3C66-98BDD59E1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61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9957-E421-5E7B-BCF6-40F7166D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8416D-3FE1-3EE6-9035-01CE5512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BDF87-D191-BE97-38E2-7182D810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2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1B36-5F06-FD13-A835-A4C3C009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DC877-FD7B-1915-98C1-EA2579C5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4BF3-568A-01F7-6610-37B3B2889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633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C86F-A9C2-85A5-DE70-80F52E1E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7BAD0-376C-8965-4D6E-476EFA60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0B41C-6C12-B569-6F2A-80A6A3BA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96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A147-EBFA-6122-7D39-DD357065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23871-2542-210A-6B28-0489153F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8BBBD-570B-42B7-998D-59C61F3CB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18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2598-A6EF-C2F4-011B-C26C5613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E8019-AA28-CF9E-EC38-D6B057FF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3E8906-C4AB-6EED-8A0A-81F42B8F1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500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2AB28-C674-589C-D722-03975098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E70F0-0416-2B6E-08BC-0E086327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F75B63-BABB-B091-0678-04AFEFA54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7975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0841-363E-2B68-4CD3-3C4D1C7B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02A22-41C6-DC4F-8082-429B8C5A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297445-27A0-D753-75A8-129BA7753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943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3911-5AF9-8090-4A25-707E3768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25D2A-9AF1-711E-175C-799B541B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C61917-F4B3-1687-DEBE-49FD74920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752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D608-9204-6CA0-4750-6E98795B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18D61-4A31-763F-5DF8-41400607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DD8F4-2D6D-7C65-B128-4F0511762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989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8B88-813A-306D-B317-B8284822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4A503-CA00-052E-C43C-B9806F2D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F33F3-B8EB-FA6A-DC09-98A39D116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749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7B225-40B5-E754-444D-9490CFCE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EF30C-097A-C275-300C-E3AB4F58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C9CC63-5A5C-42D0-050B-A855FD5BF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356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9590-C1D5-522C-594E-414AB8CE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FCE3E-5944-0038-869D-D3588FC6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45D7B-C04C-0DF4-85A1-82FE10AD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4826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7B79-E24B-B285-6FB7-19178924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77B10-05B8-6358-3E76-74C5FECF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FDA82-C7F5-383C-FFBF-929A0F30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6621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CA71-AD33-31BD-3BAC-61EECB23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AE5E-3539-95E6-861C-BEA6D8D4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36AF1-9A0C-4CE5-7563-CD54C1C03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21732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11341</TotalTime>
  <Words>16</Words>
  <Application>Microsoft Office PowerPoint</Application>
  <PresentationFormat>화면 슬라이드 쇼(4:3)</PresentationFormat>
  <Paragraphs>3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4" baseType="lpstr">
      <vt:lpstr>나눔고딕 ExtraBold</vt:lpstr>
      <vt:lpstr>HY견고딕</vt:lpstr>
      <vt:lpstr>나눔바른고딕</vt:lpstr>
      <vt:lpstr>굴림</vt:lpstr>
      <vt:lpstr>Arial</vt:lpstr>
      <vt:lpstr>가을체</vt:lpstr>
      <vt:lpstr>Wingdings</vt:lpstr>
      <vt:lpstr>기본 디자인</vt:lpstr>
      <vt:lpstr>12. 연관 컨테이너와 컨테이너 어댑터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397</cp:revision>
  <dcterms:created xsi:type="dcterms:W3CDTF">2003-11-30T16:03:20Z</dcterms:created>
  <dcterms:modified xsi:type="dcterms:W3CDTF">2026-08-25T17:59:40Z</dcterms:modified>
</cp:coreProperties>
</file>
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54"/>
  </p:notesMasterIdLst>
  <p:sldIdLst>
    <p:sldId id="328" r:id="rId2"/>
    <p:sldId id="329" r:id="rId3"/>
    <p:sldId id="330" r:id="rId4"/>
    <p:sldId id="331" r:id="rId5"/>
    <p:sldId id="332" r:id="rId6"/>
    <p:sldId id="333" r:id="rId7"/>
    <p:sldId id="334" r:id="rId8"/>
    <p:sldId id="335" r:id="rId9"/>
    <p:sldId id="336" r:id="rId10"/>
    <p:sldId id="337" r:id="rId11"/>
    <p:sldId id="338" r:id="rId12"/>
    <p:sldId id="339" r:id="rId13"/>
    <p:sldId id="340" r:id="rId14"/>
    <p:sldId id="341" r:id="rId15"/>
    <p:sldId id="342" r:id="rId16"/>
    <p:sldId id="343" r:id="rId17"/>
    <p:sldId id="344" r:id="rId18"/>
    <p:sldId id="345" r:id="rId19"/>
    <p:sldId id="346" r:id="rId20"/>
    <p:sldId id="347" r:id="rId21"/>
    <p:sldId id="348" r:id="rId22"/>
    <p:sldId id="349" r:id="rId23"/>
    <p:sldId id="350" r:id="rId24"/>
    <p:sldId id="351" r:id="rId25"/>
    <p:sldId id="352" r:id="rId26"/>
    <p:sldId id="353" r:id="rId27"/>
    <p:sldId id="354" r:id="rId28"/>
    <p:sldId id="355" r:id="rId29"/>
    <p:sldId id="356" r:id="rId30"/>
    <p:sldId id="357" r:id="rId31"/>
    <p:sldId id="358" r:id="rId32"/>
    <p:sldId id="359" r:id="rId33"/>
    <p:sldId id="360" r:id="rId34"/>
    <p:sldId id="361" r:id="rId35"/>
    <p:sldId id="362" r:id="rId36"/>
    <p:sldId id="363" r:id="rId37"/>
    <p:sldId id="364" r:id="rId38"/>
    <p:sldId id="365" r:id="rId39"/>
    <p:sldId id="366" r:id="rId40"/>
    <p:sldId id="367" r:id="rId41"/>
    <p:sldId id="368" r:id="rId42"/>
    <p:sldId id="369" r:id="rId43"/>
    <p:sldId id="370" r:id="rId44"/>
    <p:sldId id="371" r:id="rId45"/>
    <p:sldId id="372" r:id="rId46"/>
    <p:sldId id="373" r:id="rId47"/>
    <p:sldId id="374" r:id="rId48"/>
    <p:sldId id="375" r:id="rId49"/>
    <p:sldId id="376" r:id="rId50"/>
    <p:sldId id="377" r:id="rId51"/>
    <p:sldId id="378" r:id="rId52"/>
    <p:sldId id="379" r:id="rId53"/>
  </p:sldIdLst>
  <p:sldSz cx="9144000" cy="6858000" type="screen4x3"/>
  <p:notesSz cx="6858000" cy="9144000"/>
  <p:embeddedFontLst>
    <p:embeddedFont>
      <p:font typeface="HY견고딕" panose="02030600000101010101" pitchFamily="18" charset="-127"/>
      <p:regular r:id="rId55"/>
    </p:embeddedFont>
    <p:embeddedFont>
      <p:font typeface="가을체" panose="02030600000101010101" pitchFamily="18" charset="-127"/>
      <p:regular r:id="rId56"/>
    </p:embeddedFont>
    <p:embeddedFont>
      <p:font typeface="나눔고딕 ExtraBold" panose="020D0904000000000000" pitchFamily="50" charset="-127"/>
      <p:bold r:id="rId57"/>
    </p:embeddedFont>
    <p:embeddedFont>
      <p:font typeface="나눔바른고딕" panose="020B0603020101020101" pitchFamily="50" charset="-127"/>
      <p:regular r:id="rId58"/>
      <p:bold r:id="rId59"/>
    </p:embeddedFont>
  </p:embeddedFontLst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CC"/>
    <a:srgbClr val="EFEFED"/>
    <a:srgbClr val="CC00CC"/>
    <a:srgbClr val="CC00FF"/>
    <a:srgbClr val="C18401"/>
    <a:srgbClr val="FF9900"/>
    <a:srgbClr val="FF00FF"/>
    <a:srgbClr val="CCFFFF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106" autoAdjust="0"/>
    <p:restoredTop sz="94582" autoAdjust="0"/>
  </p:normalViewPr>
  <p:slideViewPr>
    <p:cSldViewPr>
      <p:cViewPr varScale="1">
        <p:scale>
          <a:sx n="127" d="100"/>
          <a:sy n="127" d="100"/>
        </p:scale>
        <p:origin x="1656" y="102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font" Target="fonts/font1.fntdata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font" Target="fonts/font4.fntdata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2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5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3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FEAAA5C-C825-F211-4555-838EAD1EF7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9AE1081-B5AC-071C-6CEC-9BAFC2815F8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5A689FD-F862-5A62-D896-2538044208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B15EF12-78DA-289E-9010-DC12C506F35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31BE94B4-C843-3460-16B0-CB247AC3FF8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AA30F0E-F947-FF5A-C02F-9F16786174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0436CD0A-C45C-48B2-840A-644A5311C024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418136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496746" cy="476250"/>
          </a:xfrm>
        </p:spPr>
        <p:txBody>
          <a:bodyPr/>
          <a:lstStyle>
            <a:lvl1pPr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692150"/>
            <a:ext cx="8928992" cy="5832475"/>
          </a:xfrm>
        </p:spPr>
        <p:txBody>
          <a:bodyPr/>
          <a:lstStyle>
            <a:lvl1pPr>
              <a:buSzPct val="80000"/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buSzPct val="60000"/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057710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1526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06850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82970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713968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7916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 sz="28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 sz="24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 sz="20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 sz="20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552841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636097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394189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645511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280400" cy="476250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01488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68ACAB8-646C-F841-1FB4-1640A0D2F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BB7895-F21F-0782-4861-C09980CF2C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E8D14161-CBEC-EDDC-D3DB-3F18CA262A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D37CE4-DC6E-0507-7ADF-E2E78392D644}"/>
              </a:ext>
            </a:extLst>
          </p:cNvPr>
          <p:cNvSpPr txBox="1"/>
          <p:nvPr userDrawn="1"/>
        </p:nvSpPr>
        <p:spPr>
          <a:xfrm>
            <a:off x="7253184" y="6610716"/>
            <a:ext cx="1542657" cy="234286"/>
          </a:xfrm>
          <a:prstGeom prst="rect">
            <a:avLst/>
          </a:prstGeom>
          <a:noFill/>
          <a:ln w="25400">
            <a:noFill/>
            <a:prstDash val="sysDot"/>
          </a:ln>
        </p:spPr>
        <p:txBody>
          <a:bodyPr wrap="none" lIns="36000" tIns="36000" rIns="36000" bIns="36000" rtlCol="0">
            <a:spAutoFit/>
          </a:bodyPr>
          <a:lstStyle/>
          <a:p>
            <a:pPr>
              <a:defRPr/>
            </a:pPr>
            <a:r>
              <a:rPr lang="ko-KR" altLang="en-US" sz="1050" b="0" dirty="0">
                <a:solidFill>
                  <a:schemeClr val="bg2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게임 프로그래밍 교육과정</a:t>
            </a:r>
            <a:endParaRPr lang="ko-KR" altLang="en-US" b="0" dirty="0">
              <a:solidFill>
                <a:schemeClr val="bg2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3dapi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38BED-C94A-AD80-6433-3377FEE75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B0E0D7-1C34-C1FB-CCCC-F954324174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5576" y="1122363"/>
            <a:ext cx="7560840" cy="2387600"/>
          </a:xfrm>
        </p:spPr>
        <p:txBody>
          <a:bodyPr/>
          <a:lstStyle/>
          <a:p>
            <a:r>
              <a:rPr lang="ko-KR" altLang="ko-KR" dirty="0"/>
              <a:t>16. 동시성 프로그래밍</a:t>
            </a:r>
            <a:endParaRPr lang="ko-KR" altLang="en-US" sz="28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1FEA1F-7311-E697-BFC8-C48378530F4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Heesung Oh</a:t>
            </a:r>
          </a:p>
          <a:p>
            <a:r>
              <a:rPr lang="en-US" altLang="ko-KR" dirty="0">
                <a:hlinkClick r:id="rId2"/>
              </a:rPr>
              <a:t>https://github.com/3dapi</a:t>
            </a:r>
            <a:r>
              <a:rPr lang="en-US" altLang="ko-KR" dirty="0"/>
              <a:t>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0957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5E050F-B3AE-4C0D-DDB6-D84586A8F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8C10B4-F2FB-0376-1BFA-30DF8EC92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06064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53E12-0507-E0CF-96FE-BDE99F2D8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5107EB-E66C-0BC7-744A-B69ABC1E8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7FFD0EA-F574-9755-1ED5-295BF42A7C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88088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ACFD3-0CF2-6964-F38D-B4EA551F3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80D053-16EE-07F9-3A24-0927FCD24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3D6461-824E-F17C-2526-289F41C3C3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09290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3EB75-CB7B-DE4E-A7EC-B7B057043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BD87C9-7968-B758-9166-CFE1A7317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F45844E-E629-8B3F-94B5-75A416E892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83612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74ACD-2F07-3A02-8F4F-7E2A9DB6D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21AA3C-3760-FA3F-09CA-D344F81FC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66FA5D9-1504-7A8C-3AB5-2CDAEBAFBA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23523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85B70-5AC2-AB5F-E764-48B254A50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771424-E4E5-3A36-04D5-D5FB7CC6B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F167818-DDF8-CE6F-8CC2-E18DFB389C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0856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6211B-5FA7-69A9-675C-C7CA9479F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629883-84BE-A50A-3E34-D8B2E5D7E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C76549-DBFC-EB34-3099-04E5D6DCD6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39491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D3126-E72A-FB0B-4CD1-19D759388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F0E5BB-C81D-71B4-9A7D-8000E111E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3EBD330-243C-EEC3-954B-235F87566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6653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3904F-687F-936B-F804-118748C1B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801E9A-F623-8419-4F91-1371918B3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E0BBA21-F4EA-968C-53C9-007FACBEE2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48298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2EE93-3DDC-069D-6430-A0F64E46B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EBBBEB-1A34-4C46-28D3-6E7D818C4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3289BB-A59F-525A-D5AA-B22E0D195F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58771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D8A1F-C5F9-13E4-EF2B-50C18242F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55CB96-0B30-F6B5-1B20-1F4D0B170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9C8189-FD58-DF22-F73A-24049B041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48564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0514D-E498-7355-5CE9-FEF2B1385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C31D6E-F7E8-CA34-8DA5-967FD417E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74C758-ED8B-FEDB-57EC-CF6AA7F137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37712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4E21C-73AD-F93F-B9A8-8B3EBCD68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252199-3C04-9F19-363A-3FC7EE3A4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039EB6D-ECCD-9C5E-B94A-2213AD028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7999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C9F85-3499-F86C-DD00-D19519FB6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22A272-5D69-3AF0-1BD1-83D60B2FE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C99EAE2-D6F0-A02A-AFE8-D021C51FF5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24696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656FE-6056-B0C7-8547-159E353A5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9121EF-3DD3-75CF-C1F7-674A808F1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4EC897-4B3B-723C-EEA7-F6D2F04D50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12788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A2DC4-98AB-438F-2CE5-04DE47B4C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1A6D22-F705-6F62-C1CD-1D5FCFAF0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19DBCA-A1FF-39A6-83B7-899194A982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35633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BD5AC-5AD7-DFB9-EE97-BED337D84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1D7F13-804A-13AC-E2F2-994675EBB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F5E3BE-F50E-9625-3732-89200F1954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78123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8564F-317E-3B04-8B17-9590F8721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AA9C2D-DFBC-47BF-30E2-232A22715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834CE8-D21A-36D7-EF2A-776C53D994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95445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608E8-3E42-1AE8-A550-FCB5C2334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057922-9E9F-83F5-4E33-B5AB5E712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C27B183-AE03-7547-8721-83CAF0E08E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37993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05E6B-C946-536D-E1D8-3176D2EA8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B4512C-E433-EF31-3CDC-F5A1CF376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B27EF82-3DB5-190B-5C77-C2515C19E7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18520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B507E-056A-9FFC-E057-62B703832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2A0EA5-35C5-3113-A786-FF120194E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007CEE0-CD2D-A2FA-1593-0A0C321BA0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2340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AB4FE-BFB8-BBF9-A888-8F8E0F93A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405473-B522-154F-4CD8-13C239EA5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28EEEE7-18EE-FC7F-3920-CCE209022F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06842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61619-2CB8-02C0-F3A0-735FF1ED1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C4B0F3-E5A0-7642-BB8F-D7F4CD283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FDE1AD3-3C68-EAFA-32F1-8C003383E1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40529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7D0818-8550-40CD-2412-B364A6A23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EBCF4C-016E-FD57-4B3F-C2586A2BA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6E3FD2-236D-8E17-2580-6D2AA5F646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6817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15C54-6482-F695-7905-53DBB89DC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BDA189-BFE5-77A7-EB1E-BB67974D0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380D1A-928F-20C3-E2BC-F806B2E92A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47980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8D3F9-825F-250B-A961-F17F03C6C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CDF6B5-B4AA-E8AA-4A95-FA616E90E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5878F57-5632-6AD0-24C7-343786B6FC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78288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24D93-7C9A-A3A6-17ED-769AEFA08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73DED3-6A7D-C66B-A272-A40F4D8F9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2F9CBE-8275-4D60-5A95-16232242F4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29522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B3730-9E4B-9E31-FCC1-034276D42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855CC9-8DB5-D459-FFF4-602830121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0CADA8D-D3DC-9444-AA43-6BC39D2DCF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67753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3503C-2D86-E14D-2163-C7E505029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F1AB7B-825D-58EE-7A1D-9C16D4EE8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585FED-921E-0A00-F820-C78AF42970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75361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E0F56-DE8E-E1E2-F421-5BDE6E021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F467B6-37FA-D45C-6E5D-CD39C2416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CDB18A-1D2D-6A5F-17E9-3E375ABEF4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45018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23BD5-4D91-FCCF-CB09-110843355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692CE-8D98-759B-4799-68D0D7022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4AE0A8-8865-6A94-1137-577CAB7AFF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395245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25642-61E4-77EE-6213-42785DC07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4CAFBC-ACE4-D7FE-6B1F-0C5034147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0F61B4-BAE1-16DF-DD98-3B2AB66999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10145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E5799-7CEA-C942-8967-22699409F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BB2887-043E-4E46-EA94-52D9D055B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518590-B5D7-1723-8773-86F5CC480A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84874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C85F9-6318-B614-6B43-A1F45EA2C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E1F1D2-3063-794A-F0AD-A99EEB9A8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0E5024-6707-DB57-353F-ED093AACA0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132269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06B6AE-7C59-6A4E-17AC-7A9C0FD96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0819DB-17AE-6D32-8C3E-6E2097A54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0F30EE1-570C-290E-E3EF-07254459B6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86565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D9DC0-73D7-39CA-712E-4EB5E51DD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78D018-C16C-C74C-4726-E9906BA74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98388F-5815-9588-BC9A-82FFD36B1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777714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F5736-41F1-E208-8FD9-2C77CDB45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1BBB7E-092A-977F-0400-3400070A4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0E89EF-13BA-BBE8-95D2-8B7431639F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44809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6DFAE-B6B4-8DA9-69C7-8DDA07EDE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07E3A7-5F70-2B55-F32D-F2D3FDC3F3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00E20A9-A18D-6AFF-6222-768BDE797A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3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145A8-FF27-7A4B-539B-84BD1822F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331C55-5C41-FB57-7A99-7319EF8AC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E62EF46-F022-2ABE-07A7-82ECC656F0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554611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439E4-306C-B4E4-65B2-20FDD492F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A7E95F-E589-AF58-F2D6-147FA4DDD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EB3CB8-EAD7-3A9B-CF20-617DD7C282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66957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02E54-DA86-BB67-14F1-CFC000FA4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BF4ADF-45DB-E738-1EA3-E7E3BBF01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C9A6C6C-F4E8-28D6-3BE9-217CC785C2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045445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AD849-02B8-AB04-C98D-2D515FF7C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29351B-A275-C0E6-9FE9-3AFB605FE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13A9F5-8BD5-AC30-0524-3CED6305DB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417102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3C543-39CF-317D-6B9F-C5528D1B1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8D528B-F073-29EE-B4C4-C3FD75060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17B7A5-728C-D554-67AF-B9F094CE99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463636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1B4544-A1CD-B765-DA65-14B0F25F6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A047AC-77B2-9CDB-796D-FE77F5DF4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33CBBB-0227-8456-3393-22A6EE07F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072057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725E3-329C-4241-9965-EE7602F79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1B0A80-2263-08DD-2BA2-3DC498F0C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CEE8562-57F8-587A-69E3-8166BDD422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219879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D3F0E-1766-C0B9-E9E8-D19465088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A830E4-4325-2AD3-92C7-E7E18C66D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648308-2FD5-E06B-B82B-CC407933A4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309347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38968-8276-4EDE-4D4D-FAA541D09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73A27E-05F7-3E1A-67FF-30944BE43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5D52ED-777C-8739-6BD9-FFAA9B1D2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320305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89C05-D7DA-E9B4-3788-9E6445B77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B46D4B-1BC5-CA5B-063B-04308EBA8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1377596-4E30-8D61-AB3B-F3020A2FB6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606163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1EEFD-AAE0-D6AA-4458-5187CFC49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2FB761-4639-867E-18FA-3EA2FC7BE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D88E270-08E4-61A5-1E5A-8F51A5C0EC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908057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2EB3D-EE48-A301-D1C2-ADF67B7AA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3469F3-0948-02E6-B818-7E6559379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E82DCE-3C3F-3C05-5279-3A111C012D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507658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48151-12A7-A5B0-72FB-EE0D02A13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544FE8-7AA9-13A6-CFB3-5173716E6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416CC4-0227-B5DC-FA50-AD3294B959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422731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바른고딕">
      <a:majorFont>
        <a:latin typeface="나눔바른고딕"/>
        <a:ea typeface="나눔바른고딕"/>
        <a:cs typeface=""/>
      </a:majorFont>
      <a:minorFont>
        <a:latin typeface="나눔바른고딕"/>
        <a:ea typeface="나눔바른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  <a:txDef>
      <a:spPr>
        <a:solidFill>
          <a:schemeClr val="bg1"/>
        </a:solidFill>
        <a:ln w="25400">
          <a:solidFill>
            <a:schemeClr val="bg1">
              <a:lumMod val="75000"/>
            </a:schemeClr>
          </a:solidFill>
          <a:prstDash val="sysDot"/>
        </a:ln>
      </a:spPr>
      <a:bodyPr wrap="square">
        <a:spAutoFit/>
      </a:bodyPr>
      <a:lstStyle>
        <a:defPPr algn="l">
          <a:defRPr sz="1800" b="0" i="0" u="none" strike="noStrike" dirty="0">
            <a:solidFill>
              <a:srgbClr val="4078F2"/>
            </a:solidFill>
            <a:effectLst/>
            <a:latin typeface="Pretendard ExtraBold" panose="02000903000000020004" pitchFamily="50" charset="-127"/>
            <a:ea typeface="Pretendard ExtraBold" panose="02000903000000020004" pitchFamily="50" charset="-127"/>
            <a:cs typeface="Pretendard ExtraBold" panose="02000903000000020004" pitchFamily="50" charset="-127"/>
          </a:defRPr>
        </a:defPPr>
      </a:lstStyle>
    </a:tx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10786</TotalTime>
  <Words>13</Words>
  <Application>Microsoft Office PowerPoint</Application>
  <PresentationFormat>화면 슬라이드 쇼(4:3)</PresentationFormat>
  <Paragraphs>3</Paragraphs>
  <Slides>52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52</vt:i4>
      </vt:variant>
    </vt:vector>
  </HeadingPairs>
  <TitlesOfParts>
    <vt:vector size="60" baseType="lpstr">
      <vt:lpstr>굴림</vt:lpstr>
      <vt:lpstr>Arial</vt:lpstr>
      <vt:lpstr>나눔바른고딕</vt:lpstr>
      <vt:lpstr>Wingdings</vt:lpstr>
      <vt:lpstr>HY견고딕</vt:lpstr>
      <vt:lpstr>가을체</vt:lpstr>
      <vt:lpstr>나눔고딕 ExtraBold</vt:lpstr>
      <vt:lpstr>기본 디자인</vt:lpstr>
      <vt:lpstr>16. 동시성 프로그래밍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376</cp:revision>
  <dcterms:created xsi:type="dcterms:W3CDTF">2003-11-30T16:03:20Z</dcterms:created>
  <dcterms:modified xsi:type="dcterms:W3CDTF">2026-09-06T23:24:07Z</dcterms:modified>
</cp:coreProperties>
</file>